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TRAITEMATE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Rishabh Ahuja(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2210992153)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 Singh(2210992132)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Sarthak Bansal(2210992261)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Prashant Sheoran(2210992070)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assessment is a critical tool in behavioral psychology, human resources, and self-development.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(paper-based tests, static questionnaires) suffer from low engagement, delayed results, and lack of intelligent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TraiteMate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gaps by offering a secure, interactive, and data-driven web platform that delivers real-time personality insights.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2ED6-5572-97B8-73C2-57CB7BCD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BF4F1EF-133E-8C87-B1D8-384AD9C26C8C}"/>
              </a:ext>
            </a:extLst>
          </p:cNvPr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314C4D-AC4C-E4B7-0EC8-BD33BDF2225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3797B2C-F625-D471-B675-981C8AD55A4B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platforms exhibit: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Static, non-adaptive question sets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Poor user experience and low retention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Absence of intelligent response analytics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data privacy measures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automated, scalable, and accurate personality assessment in recruitment, education, and self-awareness domains.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solution combining quiz engine, trait prediction, and secure data handling exists in a lightweight web architecture.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22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6F22-21F8-F05B-B2EB-E31F6AD3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7F6D907-9405-DC62-1FA0-2D62F373C883}"/>
              </a:ext>
            </a:extLst>
          </p:cNvPr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DFF67A3-C9E5-B6FA-5E2F-2A8EF8A7345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83DA1F8-282D-816F-F038-9AB6315812AC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full-stack web application for personality prediction.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user authentication and role-based access.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interactive, timed quiz module with dynamic question rendering.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meaningful, interpretable personality trait outputs.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responsive UI/UX across devices (desktop, tablet, mobile).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privacy and efficient backend processing.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867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3D1A-A1A1-88B7-45D7-B829ECC1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117DB58-3AE0-7FCF-3016-D30E6A7BB191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F907027-BF01-79EC-A20E-EDE967E30DB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5930EE8-FE4E-C3FC-03CB-BDAB5C0DA4F4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Three-tier full-stack web application.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flow: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&amp; secure login (JWT-based).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Attempt structured personality questionnaire.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 processing via backend algorithms.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generation of trait analysis report.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frontend (React.js)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RESTful API backend (Node.js + Express)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 (MongoDB) for user profiles and responses.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652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DFD0-202A-5CA0-A205-1EF70F38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B4ADE67-44AE-3604-A649-95CA5319938B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Functionalities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7A938BD-FBD6-E58F-0C4E-5ADBB4EE30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BE47FAD-4865-0EC4-13FC-F35CA3C5CC3B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hashing, session management.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 Engine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or random question delivery.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 Processing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manual intervention.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Mobile-first design using modern CSS frameworks.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data encrypted at rest and in transit.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personality dimensions (e.g., bar charts, radar plots).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6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1E-CC3A-67F7-23B8-1F5CC081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6150FB0-DC5B-DA86-90E8-303FF9B9D2CF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361B10C-000D-5AF1-8EFF-0F4196F7A9E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49E343A-278D-FAC0-FF25-6A4F3CE28640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Methodology</a:t>
            </a: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	            Technology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	React.js, Axios, React Router DOM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	Node.js, Express.js, JWT,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	MongoDB (Atlas / Local)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	Vite / Create React App, NPM, Git</a:t>
            </a:r>
          </a:p>
          <a:p>
            <a:pPr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Agile-based iterative development, modular code structure.</a:t>
            </a:r>
          </a:p>
        </p:txBody>
      </p:sp>
    </p:spTree>
    <p:extLst>
      <p:ext uri="{BB962C8B-B14F-4D97-AF65-F5344CB8AC3E}">
        <p14:creationId xmlns:p14="http://schemas.microsoft.com/office/powerpoint/2010/main" val="68095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0207-3DAD-EFDB-6C8C-153AA3D9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09BB800-F644-5490-CB4B-D8120A42B7B2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09E9661-7AD0-EC28-6CF0-1F9CA498AF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4D7001D-CF6C-C230-CF83-D8F2C9E04BEE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personality prediction web application.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prediction response time &lt; 2 seconds.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99%+ uptime for deployed demo instance.</a:t>
            </a:r>
          </a:p>
          <a:p>
            <a:pPr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individuals: Enhanced self-awareness, career guidance.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organizations: Streamlined preliminary screening during recruitment.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academia: Demonstrates full-stack implementation of psychological assessment models.</a:t>
            </a:r>
          </a:p>
        </p:txBody>
      </p:sp>
    </p:spTree>
    <p:extLst>
      <p:ext uri="{BB962C8B-B14F-4D97-AF65-F5344CB8AC3E}">
        <p14:creationId xmlns:p14="http://schemas.microsoft.com/office/powerpoint/2010/main" val="222001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53D0-3E3F-12E1-F74C-F0507BDF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9DEEB07-E621-4F37-E90A-55E6AB01D089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FB12F0E-0E6E-C18D-AD38-99C6AE0C15E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0CFD201-E390-9061-8355-76C51F6F18F2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prediction accuracy using supervised learning models (Random Forest,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Trait Models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additional frameworks such as Big Five (OCEAN), MBTI, or DISC profiling.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&amp; Export Support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regional language quizzes and PDF/email result sharing.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Dashboard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aggregated reports and candidate comparison for organizational clients.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cross-platform native apps (React Native / Flutter) for enhanced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67786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34790</TotalTime>
  <Words>624</Words>
  <Application>Microsoft Office PowerPoint</Application>
  <PresentationFormat>On-screen Show (4:3)</PresentationFormat>
  <Paragraphs>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vaishnavi singh</cp:lastModifiedBy>
  <cp:revision>2299</cp:revision>
  <dcterms:created xsi:type="dcterms:W3CDTF">2010-04-09T07:36:15Z</dcterms:created>
  <dcterms:modified xsi:type="dcterms:W3CDTF">2026-05-03T16:52:43Z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